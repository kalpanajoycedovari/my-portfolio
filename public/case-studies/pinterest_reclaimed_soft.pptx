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E2DAF2"/>
          </a:solidFill>
          <a:ln w="12700">
            <a:solidFill>
              <a:srgbClr val="E2DA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011680"/>
            <a:ext cx="1828800" cy="1828800"/>
          </a:xfrm>
          <a:prstGeom prst="ellipse">
            <a:avLst/>
          </a:prstGeom>
          <a:solidFill>
            <a:srgbClr val="FAF0C0"/>
          </a:solidFill>
          <a:ln w="12700">
            <a:solidFill>
              <a:srgbClr val="FAF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200400"/>
            <a:ext cx="1280160" cy="1280160"/>
          </a:xfrm>
          <a:prstGeom prst="ellipse">
            <a:avLst/>
          </a:prstGeom>
          <a:solidFill>
            <a:srgbClr val="D8EDF8"/>
          </a:solidFill>
          <a:ln w="12700">
            <a:solidFill>
              <a:srgbClr val="D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BCEA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D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Pinterest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3D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Reclaimed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users control of what they walk into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5303520" cy="0"/>
          </a:xfrm>
          <a:prstGeom prst="line">
            <a:avLst/>
          </a:prstGeom>
          <a:noFill/>
          <a:ln w="19050">
            <a:solidFill>
              <a:srgbClr val="C8B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4787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"Pinterest used to be my safe space. I'd spend hours scrolling when I felt down. Now the AI content and affiliate links have taken over."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590288"/>
            <a:ext cx="2011680" cy="420624"/>
          </a:xfrm>
          <a:prstGeom prst="rect">
            <a:avLst/>
          </a:prstGeom>
          <a:solidFill>
            <a:srgbClr val="F5EFE0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4590288"/>
            <a:ext cx="2011680" cy="420624"/>
          </a:xfrm>
          <a:prstGeom prst="rect">
            <a:avLst/>
          </a:prstGeom>
          <a:solidFill>
            <a:srgbClr val="F5EFE0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590288"/>
            <a:ext cx="2011680" cy="420624"/>
          </a:xfrm>
          <a:prstGeom prst="rect">
            <a:avLst/>
          </a:prstGeom>
          <a:solidFill>
            <a:srgbClr val="F5EFE0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· Maze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4590288"/>
            <a:ext cx="2011680" cy="420624"/>
          </a:xfrm>
          <a:prstGeom prst="rect">
            <a:avLst/>
          </a:prstGeom>
          <a:solidFill>
            <a:srgbClr val="F5EFE0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DAF2"/>
          </a:solidFill>
          <a:ln w="12700">
            <a:solidFill>
              <a:srgbClr val="E2DA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C8BCEA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Pinterest didn't break because it added AI or ads.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broke because it mixed everything together — with no walls between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0" cy="1965960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2011680" cy="310896"/>
          </a:xfrm>
          <a:prstGeom prst="rect">
            <a:avLst/>
          </a:prstGeom>
          <a:solidFill>
            <a:srgbClr val="2E6040"/>
          </a:solidFill>
          <a:ln w="12700">
            <a:solidFill>
              <a:srgbClr val="2E6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saved by real people — the soul of Pinterest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2011680" cy="1965960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920240"/>
            <a:ext cx="2011680" cy="310896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9202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but synthetic. Often indistinguishable from real photos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2011680" cy="1965960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920240"/>
            <a:ext cx="2011680" cy="310896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affiliate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SEO-optimised posts and paid links disguised as inspiration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2011680" cy="1965960"/>
          </a:xfrm>
          <a:prstGeom prst="rect">
            <a:avLst/>
          </a:prstGeom>
          <a:solidFill>
            <a:srgbClr val="D8EDF8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920240"/>
            <a:ext cx="2011680" cy="310896"/>
          </a:xfrm>
          <a:prstGeom prst="rect">
            <a:avLst/>
          </a:prstGeom>
          <a:solidFill>
            <a:srgbClr val="2A5C7A"/>
          </a:solidFill>
          <a:ln w="12700">
            <a:solidFill>
              <a:srgbClr val="2A5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9202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content blended into the masonry grid to look native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41248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05072"/>
            <a:ext cx="91440" cy="841248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5993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notice more ads than 3 years ago  ·  61% can't tell AI from real photos  ·  91% miss the "old Pinterest" feeling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DF6D8"/>
          </a:solidFill>
          <a:ln w="12700">
            <a:solidFill>
              <a:srgbClr val="FDF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E8D878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The Redesign Concept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modes. One app. Always one tap away.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over contamination — you choose what you walk into.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33472" cy="2880360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2633472" cy="457200"/>
          </a:xfrm>
          <a:prstGeom prst="rect">
            <a:avLst/>
          </a:prstGeom>
          <a:solidFill>
            <a:srgbClr val="2E6040"/>
          </a:solidFill>
          <a:ln w="12700">
            <a:solidFill>
              <a:srgbClr val="2E6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65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220370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Human-only. No ads. No AI.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5603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Verified original pins by real people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072384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Zero ads, zero affiliate, zero AI imagery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584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Soft cream palette — your safe space 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0965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old Pinterest, restored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65960"/>
            <a:ext cx="2633472" cy="2880360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965960"/>
            <a:ext cx="2633472" cy="457200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965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Studio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220370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AI &amp; blog content.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25603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Every AI image is clearly badged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072384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Blog &amp; affiliate posts live here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584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Soft lavender signals a different 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40965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Opt-in — never bleeds into Origin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965960"/>
            <a:ext cx="2633472" cy="2880360"/>
          </a:xfrm>
          <a:prstGeom prst="rect">
            <a:avLst/>
          </a:prstGeom>
          <a:solidFill>
            <a:srgbClr val="D8EDF8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965960"/>
            <a:ext cx="2633472" cy="457200"/>
          </a:xfrm>
          <a:prstGeom prst="rect">
            <a:avLst/>
          </a:prstGeom>
          <a:solidFill>
            <a:srgbClr val="2A5C7A"/>
          </a:solidFill>
          <a:ln w="12700">
            <a:solidFill>
              <a:srgbClr val="2A5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965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44768" y="220370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Pinterest experience.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4768" y="25603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Ads, affiliate, shops, trending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3072384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All content is clearly labelled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358444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Pinterest's revenue model lives here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409651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For when you want to shop or discover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8EDF8"/>
          </a:solidFill>
          <a:ln w="12700">
            <a:solidFill>
              <a:srgbClr val="D8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B0D4EC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5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Design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719072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75488" cy="1719072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switcher always visible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33649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buried in settings. One tap at the top of the feed. Choosing what to consume is the most important decision in this app.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651760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517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1719072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475488" cy="1719072"/>
          </a:xfrm>
          <a:prstGeom prst="rect">
            <a:avLst/>
          </a:prstGeom>
          <a:solidFill>
            <a:srgbClr val="2E6040"/>
          </a:solidFill>
          <a:ln w="12700">
            <a:solidFill>
              <a:srgbClr val="2E6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298448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badging in every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664208"/>
            <a:ext cx="33649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says "original". AI Studio says "AI gen". Explore says "Ad". Transparency across all modes makes the Origin promise credible.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651760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6517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4114800" cy="1719072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72384"/>
            <a:ext cx="475488" cy="1719072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72384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182112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palette per mode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47872"/>
            <a:ext cx="33649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= warm cream. AI Studio = soft lavender. Explore = sky blue. Colour signals context before users read a single label.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" y="4535424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5354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072384"/>
            <a:ext cx="4114800" cy="1719072"/>
          </a:xfrm>
          <a:prstGeom prst="rect">
            <a:avLst/>
          </a:prstGeom>
          <a:solidFill>
            <a:srgbClr val="D8EDF8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72384"/>
            <a:ext cx="475488" cy="1719072"/>
          </a:xfrm>
          <a:prstGeom prst="rect">
            <a:avLst/>
          </a:prstGeom>
          <a:solidFill>
            <a:srgbClr val="2A5C7A"/>
          </a:solidFill>
          <a:ln w="12700">
            <a:solidFill>
              <a:srgbClr val="2A5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72384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182112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Platform-verified originality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3547872"/>
            <a:ext cx="336499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self-declare pins as "original". Backend classification using metadata and image analysis determines eligibility. System-level trust, not honour-system.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4535424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5354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DE3D0"/>
          </a:solidFill>
          <a:ln w="12700">
            <a:solidFill>
              <a:srgbClr val="EDE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D4C4A8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4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Research &amp; Discovery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40480" cy="960120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960120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819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9110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Nielsen's 10 heuristics. Key violations: user control, visibility of system status, match between system and real world.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3840480" cy="960120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24328"/>
            <a:ext cx="73152" cy="960120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97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0266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Trustpilot, Twitter/X. AI content confusion cited more than ad saturation. "It doesn't feel real anymore."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3840480" cy="960120"/>
          </a:xfrm>
          <a:prstGeom prst="rect">
            <a:avLst/>
          </a:prstGeom>
          <a:solidFill>
            <a:srgbClr val="FAF0C0"/>
          </a:solidFill>
          <a:ln w="12700">
            <a:solidFill>
              <a:srgbClr val="E8D8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39896"/>
            <a:ext cx="73152" cy="960120"/>
          </a:xfrm>
          <a:prstGeom prst="rect">
            <a:avLst/>
          </a:prstGeom>
          <a:solidFill>
            <a:srgbClr val="6B5A10"/>
          </a:solidFill>
          <a:ln w="12700">
            <a:solidFill>
              <a:srgbClr val="6B5A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13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142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Maze participants + 2 moderated sessions. All former heavy users who had reduced usage in the past 2 years.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114800" cy="3703320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600200"/>
            <a:ext cx="804672" cy="804672"/>
          </a:xfrm>
          <a:prstGeom prst="ellipse">
            <a:avLst/>
          </a:prstGeom>
          <a:solidFill>
            <a:srgbClr val="C8BCEA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600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79008" y="16642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Priya, 27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9008" y="19751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student · London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487168"/>
            <a:ext cx="3840480" cy="0"/>
          </a:xfrm>
          <a:prstGeom prst="line">
            <a:avLst/>
          </a:prstGeom>
          <a:noFill/>
          <a:ln w="12700">
            <a:solidFill>
              <a:srgbClr val="C8B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78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Pinterest daily during stressful periods — her decompression space. Now opens it and closes it within minutes.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52044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520440"/>
            <a:ext cx="73152" cy="914400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84448"/>
            <a:ext cx="3547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used to spend hours scrolling when I felt anxious.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 just feel more anxious."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DF0E4"/>
          </a:solidFill>
          <a:ln w="12700">
            <a:solidFill>
              <a:srgbClr val="DDF0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A8D4B8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Prototype &amp;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unmoderated test · 6 participants · Former heavy Pinterest users who had reduced usage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011680" cy="1481328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17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mode system immediately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81328"/>
            <a:ext cx="2011680" cy="1481328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17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Origin as their default mode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81328"/>
            <a:ext cx="2011680" cy="1481328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17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4.8/5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for Origin feed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481328"/>
            <a:ext cx="2011680" cy="1481328"/>
          </a:xfrm>
          <a:prstGeom prst="rect">
            <a:avLst/>
          </a:prstGeom>
          <a:solidFill>
            <a:srgbClr val="D8EDF8"/>
          </a:solidFill>
          <a:ln w="12700">
            <a:solidFill>
              <a:srgbClr val="B0D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517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5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12280" y="22860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they'd use Pinterest more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8412480" cy="749808"/>
          </a:xfrm>
          <a:prstGeom prst="rect">
            <a:avLst/>
          </a:prstGeom>
          <a:solidFill>
            <a:srgbClr val="DDF0E4"/>
          </a:solidFill>
          <a:ln w="12700">
            <a:solidFill>
              <a:srgbClr val="A8D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08960"/>
            <a:ext cx="91440" cy="749808"/>
          </a:xfrm>
          <a:prstGeom prst="rect">
            <a:avLst/>
          </a:prstGeom>
          <a:solidFill>
            <a:srgbClr val="2E6040"/>
          </a:solidFill>
          <a:ln w="12700">
            <a:solidFill>
              <a:srgbClr val="2E6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638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the Pinterest I remember."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5844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24. Stayed in Origin mode for the entire 15-min session without switching.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749808"/>
          </a:xfrm>
          <a:prstGeom prst="rect">
            <a:avLst/>
          </a:prstGeom>
          <a:solidFill>
            <a:srgbClr val="E2DAF2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05072"/>
            <a:ext cx="91440" cy="749808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599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to know AI Studio exists — I just don't want it mixed with my inspiration."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31. Voluntarily switched to AI Studio then back to Origin.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E2DAF2"/>
          </a:solidFill>
          <a:ln w="12700">
            <a:solidFill>
              <a:srgbClr val="E2DA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91440"/>
            <a:ext cx="2011680" cy="2011680"/>
          </a:xfrm>
          <a:prstGeom prst="ellipse">
            <a:avLst/>
          </a:prstGeom>
          <a:solidFill>
            <a:srgbClr val="FAF0C0"/>
          </a:solidFill>
          <a:ln w="12700">
            <a:solidFill>
              <a:srgbClr val="FAF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BCEA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2D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6217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91440" cy="1719072"/>
          </a:xfrm>
          <a:prstGeom prst="rect">
            <a:avLst/>
          </a:prstGeom>
          <a:solidFill>
            <a:srgbClr val="4A3D7A"/>
          </a:solidFill>
          <a:ln w="12700">
            <a:solidFill>
              <a:srgbClr val="4A3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Pinterest didn't lose users because it added new features.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lost them because it took away control.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5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redesign gives users back the choice of what version of Pinterest they inhabit.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4290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more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2-week diary study to track long-term Origin mode satisfaction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507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A/B test: mode switcher visible vs. settings-buried — does visibility build trust?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3525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"Origin Verified" creator programme — reward original pinners with reach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Kalpana Joyce Dovari  ·  github.com/kalpanajoycedovari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Pinterest Reclaimed — Case Study</dc:title>
  <dc:subject>PptxGenJS Presentation</dc:subject>
  <dc:creator>Kalpana Joyce Dovari</dc:creator>
  <cp:lastModifiedBy>Kalpana Joyce Dovari</cp:lastModifiedBy>
  <cp:revision>1</cp:revision>
  <dcterms:created xsi:type="dcterms:W3CDTF">2026-04-10T02:11:34Z</dcterms:created>
  <dcterms:modified xsi:type="dcterms:W3CDTF">2026-04-10T02:11:34Z</dcterms:modified>
</cp:coreProperties>
</file>